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-66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2560320"/>
            <a:ext cx="91440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KI-RnB </a:t>
            </a:r>
            <a:r>
              <a:rPr sz="4400" b="1" smtClean="0">
                <a:solidFill>
                  <a:srgbClr val="FFFFFF"/>
                </a:solidFill>
              </a:rPr>
              <a:t>ABS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88BBEE"/>
                </a:solidFill>
              </a:rPr>
              <a:t>Roller Bench Test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9999"/>
                </a:solidFill>
              </a:rPr>
              <a:t>LX3 Driving Curve  |  33 Steps  |  167 sec  |  Max 100 km/h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029200"/>
            <a:ext cx="1188720" cy="3657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ECU INIT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5029200"/>
            <a:ext cx="118872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DTC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5029200"/>
            <a:ext cx="1188720" cy="3657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8544" y="5029200"/>
            <a:ext cx="1188720" cy="3657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36992" y="5029200"/>
            <a:ext cx="1188720" cy="365760"/>
          </a:xfrm>
          <a:prstGeom prst="round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BRAKE/ABS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5029200"/>
            <a:ext cx="1188720" cy="36576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PARKING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33888" y="5029200"/>
            <a:ext cx="1188720" cy="365760"/>
          </a:xfrm>
          <a:prstGeom prst="roundRect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99999"/>
                </a:solidFill>
              </a:rPr>
              <a:t>System Legend: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6080760"/>
            <a:ext cx="411480" cy="201168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60807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Diagnostic 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6355080"/>
            <a:ext cx="411480" cy="201168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63550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Machine &amp; Roller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6629400"/>
            <a:ext cx="411480" cy="201168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6629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</a:rPr>
              <a:t>Sensor Data Acquisition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Full sequence: 33 steps in 6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0" y="365760"/>
            <a:ext cx="502920" cy="2286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84480" y="365760"/>
            <a:ext cx="502920" cy="2286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4560" y="365760"/>
            <a:ext cx="502920" cy="2286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2176272" cy="6400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tlCol="0" anchor="ctr"/>
          <a:lstStyle/>
          <a:p>
            <a:pPr algn="l"/>
            <a:r>
              <a:rPr sz="900" b="1">
                <a:solidFill>
                  <a:srgbClr val="FFFFFF"/>
                </a:solidFill>
              </a:rPr>
              <a:t>PHASE 1
ECU INITIALIZE</a:t>
            </a:r>
          </a:p>
          <a:p>
            <a:r>
              <a:rPr sz="800">
                <a:solidFill>
                  <a:srgbClr val="FFFFFF"/>
                </a:solidFill>
              </a:rPr>
              <a:t>0~26s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1196" y="1737360"/>
            <a:ext cx="25400" cy="10972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87452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8912" y="1975104"/>
            <a:ext cx="274320" cy="2743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928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INITIALIZATION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939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1408" y="214884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42316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8912" y="2523744"/>
            <a:ext cx="274320" cy="2743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414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ECU 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4261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21408" y="269748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97180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8912" y="3072384"/>
            <a:ext cx="274320" cy="2743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90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START COMM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912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5s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21408" y="324612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52044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38912" y="3621024"/>
            <a:ext cx="274320" cy="2743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387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ECU IDENT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3989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21408" y="379476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06908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38912" y="4169664"/>
            <a:ext cx="274320" cy="2743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873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CHECK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8853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21408" y="434340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61772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38912" y="4718304"/>
            <a:ext cx="274320" cy="2743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6360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DTC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371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21408" y="489204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16636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38912" y="5266944"/>
            <a:ext cx="274320" cy="2743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1846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DTC CLEAR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38581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21408" y="544068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71500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38912" y="5815584"/>
            <a:ext cx="274320" cy="2743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7332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[N] STOP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9344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21408" y="598932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554732" y="1371600"/>
            <a:ext cx="9144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651760" y="1097280"/>
            <a:ext cx="2176272" cy="64008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tlCol="0" anchor="ctr"/>
          <a:lstStyle/>
          <a:p>
            <a:pPr algn="l"/>
            <a:r>
              <a:rPr sz="900" b="1">
                <a:solidFill>
                  <a:srgbClr val="FFFFFF"/>
                </a:solidFill>
              </a:rPr>
              <a:t>PHASE 2
WSS TEST</a:t>
            </a:r>
          </a:p>
          <a:p>
            <a:r>
              <a:rPr sz="800">
                <a:solidFill>
                  <a:srgbClr val="FFFFFF"/>
                </a:solidFill>
              </a:rPr>
              <a:t>26~46s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27196" y="1737360"/>
            <a:ext cx="25400" cy="109728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651760" y="187452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724912" y="1975104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3240" y="18928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WSS READY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3240" y="20939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4s  |  5 km/h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96512" y="214884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07408" y="214884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51760" y="242316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724912" y="2523744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24414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WSS TEST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63240" y="264261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10s  |  5 km/h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785616" y="269748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96512" y="269748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07408" y="269748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651760" y="297180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724912" y="3072384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63240" y="2990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[N] STOP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63240" y="31912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07408" y="324612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651760" y="352044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724912" y="3621024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63240" y="35387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MODE CHECK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63240" y="373989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07408" y="379476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4840732" y="1371600"/>
            <a:ext cx="9144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4937760" y="1097280"/>
            <a:ext cx="2176272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tlCol="0" anchor="ctr"/>
          <a:lstStyle/>
          <a:p>
            <a:pPr algn="l"/>
            <a:r>
              <a:rPr sz="900" b="1">
                <a:solidFill>
                  <a:srgbClr val="FFFFFF"/>
                </a:solidFill>
              </a:rPr>
              <a:t>PHASE 3
SPEED &amp; CRUISE</a:t>
            </a:r>
          </a:p>
          <a:p>
            <a:r>
              <a:rPr sz="800">
                <a:solidFill>
                  <a:srgbClr val="FFFFFF"/>
                </a:solidFill>
              </a:rPr>
              <a:t>46~101s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13196" y="1737360"/>
            <a:ext cx="25400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4937760" y="187452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5010912" y="1975104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18928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SPEED UP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49240" y="20939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10s  |  40 km/h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82512" y="214884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693408" y="214884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937760" y="242316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010912" y="2523744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49240" y="24414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SMT TEST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49240" y="264261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5s  |  40 km/h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71616" y="269748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382512" y="269748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693408" y="269748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937760" y="297180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5010912" y="3072384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49240" y="2990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CRUISE UP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49240" y="31912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10s  |  80 km/h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82512" y="324612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693408" y="324612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937760" y="352044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010912" y="3621024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49240" y="35387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CRUISE CHECK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49240" y="373989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20s  |  80 km/h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71616" y="379476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82512" y="379476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693408" y="379476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937760" y="406908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010912" y="4169664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49240" y="40873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MAX SPEED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349240" y="428853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10s  |  100 km/h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82512" y="434340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693408" y="434340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7126732" y="1371600"/>
            <a:ext cx="9144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7223760" y="1097280"/>
            <a:ext cx="2176272" cy="640080"/>
          </a:xfrm>
          <a:prstGeom prst="round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tlCol="0" anchor="ctr"/>
          <a:lstStyle/>
          <a:p>
            <a:pPr algn="l"/>
            <a:r>
              <a:rPr sz="900" b="1">
                <a:solidFill>
                  <a:srgbClr val="FFFFFF"/>
                </a:solidFill>
              </a:rPr>
              <a:t>PHASE 4
BRAKE &amp; ABS</a:t>
            </a:r>
          </a:p>
          <a:p>
            <a:r>
              <a:rPr sz="800">
                <a:solidFill>
                  <a:srgbClr val="FFFFFF"/>
                </a:solidFill>
              </a:rPr>
              <a:t>101~126s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99196" y="1737360"/>
            <a:ext cx="25400" cy="109728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7223760" y="187452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7296912" y="1975104"/>
            <a:ext cx="274320" cy="27432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18928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ENGINE BRAKE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35240" y="20939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10s  |  90 km/h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668512" y="214884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979408" y="214884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223760" y="242316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296912" y="2523744"/>
            <a:ext cx="274320" cy="27432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35240" y="24414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DRAG TEST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264261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  |  80 km/h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668512" y="269748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979408" y="269748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223760" y="297180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96912" y="3072384"/>
            <a:ext cx="274320" cy="27432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35240" y="2990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BRAKE TEST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635240" y="31912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  |  60 km/h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668512" y="324612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979408" y="324612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223760" y="352044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7296912" y="3621024"/>
            <a:ext cx="274320" cy="27432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635240" y="35387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DYNAMIC READY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35240" y="373989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2s  |  55 km/h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668512" y="379476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979408" y="379476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223760" y="406908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96912" y="4169664"/>
            <a:ext cx="274320" cy="27432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635240" y="40873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DYNAMIC TEST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35240" y="428853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4s  |  10 km/h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357616" y="434340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668512" y="434340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979408" y="434340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223760" y="461772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7296912" y="4718304"/>
            <a:ext cx="274320" cy="27432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35240" y="46360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[N] STOP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635240" y="48371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979408" y="489204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49" name="Right Arrow 148"/>
          <p:cNvSpPr/>
          <p:nvPr/>
        </p:nvSpPr>
        <p:spPr>
          <a:xfrm>
            <a:off x="9412732" y="1371600"/>
            <a:ext cx="9144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9509760" y="1097280"/>
            <a:ext cx="2176272" cy="64008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tlCol="0" anchor="ctr"/>
          <a:lstStyle/>
          <a:p>
            <a:pPr algn="l"/>
            <a:r>
              <a:rPr sz="900" b="1">
                <a:solidFill>
                  <a:srgbClr val="FFFFFF"/>
                </a:solidFill>
              </a:rPr>
              <a:t>PHASE 5
REVERSE &amp; PARKING</a:t>
            </a:r>
          </a:p>
          <a:p>
            <a:r>
              <a:rPr sz="800">
                <a:solidFill>
                  <a:srgbClr val="FFFFFF"/>
                </a:solidFill>
              </a:rPr>
              <a:t>126~149s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585196" y="1737360"/>
            <a:ext cx="25400" cy="109728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ounded Rectangle 151"/>
          <p:cNvSpPr/>
          <p:nvPr/>
        </p:nvSpPr>
        <p:spPr>
          <a:xfrm>
            <a:off x="9509760" y="187452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9582912" y="1975104"/>
            <a:ext cx="274320" cy="27432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921240" y="18928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REVERSE [R]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921240" y="20939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5s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1265408" y="214884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509760" y="242316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9582912" y="2523744"/>
            <a:ext cx="274320" cy="27432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921240" y="24414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[R] 5KPH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921240" y="264261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5s  |  5 km/h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0954512" y="269748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1265408" y="269748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509760" y="297180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9582912" y="3072384"/>
            <a:ext cx="274320" cy="27432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921240" y="2990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[N] STOP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921240" y="31912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1265408" y="324612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509760" y="352044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9582912" y="3621024"/>
            <a:ext cx="274320" cy="27432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921240" y="35387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PARKING READY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921240" y="373989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5s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1265408" y="379476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509760" y="406908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9582912" y="4169664"/>
            <a:ext cx="274320" cy="27432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921240" y="40873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PARKING TEST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921240" y="428853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5s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0954512" y="434340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1265408" y="434340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79" name="Right Arrow 178"/>
          <p:cNvSpPr/>
          <p:nvPr/>
        </p:nvSpPr>
        <p:spPr>
          <a:xfrm>
            <a:off x="11698732" y="1371600"/>
            <a:ext cx="9144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ounded Rectangle 179"/>
          <p:cNvSpPr/>
          <p:nvPr/>
        </p:nvSpPr>
        <p:spPr>
          <a:xfrm>
            <a:off x="11795760" y="1097280"/>
            <a:ext cx="2176272" cy="640080"/>
          </a:xfrm>
          <a:prstGeom prst="roundRect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tlCol="0" anchor="ctr"/>
          <a:lstStyle/>
          <a:p>
            <a:pPr algn="l"/>
            <a:r>
              <a:rPr sz="900" b="1">
                <a:solidFill>
                  <a:srgbClr val="FFFFFF"/>
                </a:solidFill>
              </a:rPr>
              <a:t>PHASE 6
FINISH</a:t>
            </a:r>
          </a:p>
          <a:p>
            <a:r>
              <a:rPr sz="800">
                <a:solidFill>
                  <a:srgbClr val="FFFFFF"/>
                </a:solidFill>
              </a:rPr>
              <a:t>149~167s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871196" y="1737360"/>
            <a:ext cx="25400" cy="109728"/>
          </a:xfrm>
          <a:prstGeom prst="rect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11795760" y="187452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7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1868912" y="1975104"/>
            <a:ext cx="274320" cy="274320"/>
          </a:xfrm>
          <a:prstGeom prst="ellipse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207240" y="18928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IDLE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2207240" y="20939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3551408" y="214884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1795760" y="242316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7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1868912" y="2523744"/>
            <a:ext cx="274320" cy="274320"/>
          </a:xfrm>
          <a:prstGeom prst="ellipse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2207240" y="24414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DTC READ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2207240" y="264261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4s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3551408" y="269748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1795760" y="297180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7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1868912" y="3072384"/>
            <a:ext cx="274320" cy="274320"/>
          </a:xfrm>
          <a:prstGeom prst="ellipse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2207240" y="2990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DTC CLEAR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2207240" y="319125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3551408" y="324612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11795760" y="352044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7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11868912" y="3621024"/>
            <a:ext cx="274320" cy="274320"/>
          </a:xfrm>
          <a:prstGeom prst="ellipse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2207240" y="35387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ECU DISCONNECT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2207240" y="373989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3s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13551408" y="379476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1795760" y="4069080"/>
            <a:ext cx="2176272" cy="475488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7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11868912" y="4169664"/>
            <a:ext cx="274320" cy="274320"/>
          </a:xfrm>
          <a:prstGeom prst="ellipse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2207240" y="40873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2207240" y="428853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5s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3551408" y="434340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SPEED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Vehicle speed over time (167 seconds)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12984480" cy="5760720"/>
          </a:xfrm>
          <a:prstGeom prst="roundRect">
            <a:avLst/>
          </a:prstGeom>
          <a:solidFill>
            <a:srgbClr val="0F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88720" y="6675120"/>
            <a:ext cx="12801600" cy="8890"/>
          </a:xfrm>
          <a:prstGeom prst="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5710844"/>
            <a:ext cx="12801600" cy="8890"/>
          </a:xfrm>
          <a:prstGeom prst="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560111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746568"/>
            <a:ext cx="12801600" cy="8890"/>
          </a:xfrm>
          <a:prstGeom prst="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46368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782291"/>
            <a:ext cx="12801600" cy="8890"/>
          </a:xfrm>
          <a:prstGeom prst="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3672563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818015"/>
            <a:ext cx="12801600" cy="8890"/>
          </a:xfrm>
          <a:prstGeom prst="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708287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1853739"/>
            <a:ext cx="12801600" cy="8890"/>
          </a:xfrm>
          <a:prstGeom prst="rect">
            <a:avLst/>
          </a:prstGeom>
          <a:solidFill>
            <a:srgbClr val="22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1744011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0s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55282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72402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1845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38965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20s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8408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05528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30s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4971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72091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40s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1534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38654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50s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88097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05217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60s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4660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1780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70s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21222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8342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80s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7785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4905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90s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54348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71468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100s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20911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38031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110s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87474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04594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120s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54037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71157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130s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920600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737720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140s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687163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504283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150s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453725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270845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160s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220288" y="1371600"/>
            <a:ext cx="6350" cy="530352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4037408" y="6720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170s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88720" y="1051560"/>
            <a:ext cx="1993063" cy="2286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ECU INIT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81783" y="1051560"/>
            <a:ext cx="1533126" cy="2286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WSS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14909" y="1051560"/>
            <a:ext cx="4216096" cy="2286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SPEED &amp; CRUISE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31005" y="1051560"/>
            <a:ext cx="1916407" cy="228600"/>
          </a:xfrm>
          <a:prstGeom prst="round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BRAKE &amp; ABS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47412" y="1051560"/>
            <a:ext cx="1763094" cy="22860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REVERSE &amp; PARKING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610506" y="1051560"/>
            <a:ext cx="1379814" cy="228600"/>
          </a:xfrm>
          <a:prstGeom prst="roundRect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88720" y="6656070"/>
            <a:ext cx="229968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418688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648657" y="6656070"/>
            <a:ext cx="383282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031939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61908" y="6656070"/>
            <a:ext cx="229968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491876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721845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951814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181783" y="6656070"/>
            <a:ext cx="306625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469358" y="6434051"/>
            <a:ext cx="38100" cy="241069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488408" y="6415001"/>
            <a:ext cx="766563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254971" y="6415001"/>
            <a:ext cx="229969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465890" y="6434051"/>
            <a:ext cx="38100" cy="241069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484940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714909" y="6656070"/>
            <a:ext cx="766563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462422" y="4746568"/>
            <a:ext cx="38100" cy="19285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481472" y="4727518"/>
            <a:ext cx="38328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864753" y="4727518"/>
            <a:ext cx="766563" cy="38100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612266" y="2818015"/>
            <a:ext cx="38100" cy="1928553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631316" y="2798965"/>
            <a:ext cx="1533126" cy="38100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164442" y="2798965"/>
            <a:ext cx="766563" cy="38100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911955" y="1853739"/>
            <a:ext cx="38100" cy="964276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931005" y="1834689"/>
            <a:ext cx="766562" cy="38100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678517" y="1853739"/>
            <a:ext cx="38100" cy="482138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697567" y="2316827"/>
            <a:ext cx="229969" cy="38100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908486" y="2335877"/>
            <a:ext cx="38100" cy="482138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927536" y="2798965"/>
            <a:ext cx="229969" cy="38100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138455" y="2818015"/>
            <a:ext cx="38100" cy="964276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157505" y="3763241"/>
            <a:ext cx="153313" cy="38100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291768" y="3782291"/>
            <a:ext cx="38100" cy="241069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310818" y="4004310"/>
            <a:ext cx="30662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0598393" y="4023360"/>
            <a:ext cx="38100" cy="216962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0617443" y="6173932"/>
            <a:ext cx="229969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828362" y="6192982"/>
            <a:ext cx="38100" cy="482138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0847412" y="6656070"/>
            <a:ext cx="383281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230693" y="6656070"/>
            <a:ext cx="38328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594925" y="6434051"/>
            <a:ext cx="38100" cy="241069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613975" y="6415001"/>
            <a:ext cx="229968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1824893" y="6434051"/>
            <a:ext cx="38100" cy="241069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1843943" y="6656070"/>
            <a:ext cx="383282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2227225" y="6656070"/>
            <a:ext cx="383281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2610506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2840475" y="6656070"/>
            <a:ext cx="306625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3147100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3377069" y="6656070"/>
            <a:ext cx="229969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3607038" y="6656070"/>
            <a:ext cx="383282" cy="381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3808190" y="6370551"/>
            <a:ext cx="127000" cy="1270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14490" y="61597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0C97B"/>
                </a:solidFill>
              </a:rPr>
              <a:t>WSS 5km/h</a:t>
            </a:r>
          </a:p>
        </p:txBody>
      </p:sp>
      <p:sp>
        <p:nvSpPr>
          <p:cNvPr id="106" name="Oval 105"/>
          <p:cNvSpPr/>
          <p:nvPr/>
        </p:nvSpPr>
        <p:spPr>
          <a:xfrm>
            <a:off x="5571284" y="4683068"/>
            <a:ext cx="127000" cy="1270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177584" y="4426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8C00"/>
                </a:solidFill>
              </a:rPr>
              <a:t>SMT 40km/h</a:t>
            </a:r>
          </a:p>
        </p:txBody>
      </p:sp>
      <p:sp>
        <p:nvSpPr>
          <p:cNvPr id="108" name="Oval 107"/>
          <p:cNvSpPr/>
          <p:nvPr/>
        </p:nvSpPr>
        <p:spPr>
          <a:xfrm>
            <a:off x="7334379" y="2754515"/>
            <a:ext cx="127000" cy="1270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940679" y="249797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8C00"/>
                </a:solidFill>
              </a:rPr>
              <a:t>CRUISE 80km/h</a:t>
            </a:r>
          </a:p>
        </p:txBody>
      </p:sp>
      <p:sp>
        <p:nvSpPr>
          <p:cNvPr id="110" name="Oval 109"/>
          <p:cNvSpPr/>
          <p:nvPr/>
        </p:nvSpPr>
        <p:spPr>
          <a:xfrm>
            <a:off x="8867505" y="1790239"/>
            <a:ext cx="127000" cy="12700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473805" y="15336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55E"/>
                </a:solidFill>
              </a:rPr>
              <a:t>MAX 100km/h</a:t>
            </a:r>
          </a:p>
        </p:txBody>
      </p:sp>
      <p:sp>
        <p:nvSpPr>
          <p:cNvPr id="112" name="Oval 111"/>
          <p:cNvSpPr/>
          <p:nvPr/>
        </p:nvSpPr>
        <p:spPr>
          <a:xfrm>
            <a:off x="9864036" y="2754515"/>
            <a:ext cx="127000" cy="12700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470336" y="249797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55E"/>
                </a:solidFill>
              </a:rPr>
              <a:t>DRAG 80km/h</a:t>
            </a:r>
          </a:p>
        </p:txBody>
      </p:sp>
      <p:sp>
        <p:nvSpPr>
          <p:cNvPr id="114" name="Oval 113"/>
          <p:cNvSpPr/>
          <p:nvPr/>
        </p:nvSpPr>
        <p:spPr>
          <a:xfrm>
            <a:off x="10094005" y="3718791"/>
            <a:ext cx="127000" cy="12700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700305" y="346225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55E"/>
                </a:solidFill>
              </a:rPr>
              <a:t>BRAKE 60km/h</a:t>
            </a:r>
          </a:p>
        </p:txBody>
      </p:sp>
      <p:sp>
        <p:nvSpPr>
          <p:cNvPr id="116" name="Oval 115"/>
          <p:cNvSpPr/>
          <p:nvPr/>
        </p:nvSpPr>
        <p:spPr>
          <a:xfrm>
            <a:off x="10400630" y="6129482"/>
            <a:ext cx="127000" cy="127000"/>
          </a:xfrm>
          <a:prstGeom prst="ellipse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006930" y="591866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55E"/>
                </a:solidFill>
              </a:rPr>
              <a:t>ABS DYNAMIC</a:t>
            </a:r>
          </a:p>
        </p:txBody>
      </p:sp>
      <p:sp>
        <p:nvSpPr>
          <p:cNvPr id="118" name="Oval 117"/>
          <p:cNvSpPr/>
          <p:nvPr/>
        </p:nvSpPr>
        <p:spPr>
          <a:xfrm>
            <a:off x="11550475" y="6370551"/>
            <a:ext cx="127000" cy="12700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1156775" y="61597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85CFF"/>
                </a:solidFill>
              </a:rPr>
              <a:t>REVERSE 5km/h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</a:rPr>
              <a:t>km/h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PHASE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Step-by-step breakdown with timing, speed, system, and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0" y="365760"/>
            <a:ext cx="502920" cy="2286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84480" y="365760"/>
            <a:ext cx="502920" cy="2286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4560" y="365760"/>
            <a:ext cx="502920" cy="2286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4480560" cy="301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44805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247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DDDDD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ECU INITIALIZE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DDDDD"/>
                </a:solidFill>
              </a:rPr>
              <a:t>0-26s  |  26s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6916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691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km/h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6916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6916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74520"/>
            <a:ext cx="4297680" cy="8890"/>
          </a:xfrm>
          <a:prstGeom prst="rect">
            <a:avLst/>
          </a:prstGeom>
          <a:solidFill>
            <a:srgbClr val="33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7BFF"/>
                </a:solidFill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9202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INITIALIZATION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920240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192024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1975104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192024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System boot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167128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7BFF"/>
                </a:solidFill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1671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ECU 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167128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2167128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2221992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1671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Diagnostic 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414016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7BFF"/>
                </a:solidFill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4140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START COMM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414016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2414016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88920" y="246888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241401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UDS session start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660904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7BFF"/>
                </a:solidFill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6609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ECU IDENT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2660904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2660904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88920" y="2715768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66090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ECU version read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907792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7BFF"/>
                </a:solidFill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9077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CHECK SIGNAL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907792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2907792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88920" y="2962656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290779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Brake switch 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154680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7BFF"/>
                </a:solidFill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315468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DTC READ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3154680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315468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88920" y="3209544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315468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Read fault codes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401568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7BFF"/>
                </a:solidFill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340156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DTC CLEAR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3401568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3401568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88920" y="3456432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340156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Clear fault codes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3648456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7BFF"/>
                </a:solidFill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364845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[N] STOP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3648456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31720" y="3648456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88920" y="370332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364845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Neutral stop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0" y="1097280"/>
            <a:ext cx="4480560" cy="301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029200" y="1097280"/>
            <a:ext cx="4480560" cy="5029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6360" y="11247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DDDDD"/>
                </a:solidFill>
              </a:rPr>
              <a:t>PHASE 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6360" y="1298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WSS TEST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0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DDDDD"/>
                </a:solidFill>
              </a:rPr>
              <a:t>26-46s  |  20s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#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9240" y="16916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STEP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16916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TIME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5160" y="1691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km/h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52360" y="16916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SYSTEM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16916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NOTE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20640" y="1874520"/>
            <a:ext cx="4297680" cy="8890"/>
          </a:xfrm>
          <a:prstGeom prst="rect">
            <a:avLst/>
          </a:prstGeom>
          <a:solidFill>
            <a:srgbClr val="33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120640" y="1920240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97B"/>
                </a:solidFill>
              </a:rPr>
              <a:t>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19202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WSS READY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1920240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95160" y="192024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452360" y="1975104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763256" y="1975104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040" y="192024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Roll start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20640" y="2167128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97B"/>
                </a:solidFill>
              </a:rPr>
              <a:t>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49240" y="21671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WSS TEST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0" y="2167128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10s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2167128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5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452360" y="2221992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763256" y="2221992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074152" y="2221992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21671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4-wheel speed check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20640" y="2414016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97B"/>
                </a:solidFill>
              </a:rP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49240" y="24140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[N] STOP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0" y="2414016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95160" y="2414016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452360" y="246888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241401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Neutral stop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20640" y="2660904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C97B"/>
                </a:solidFill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49240" y="26609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MODE CHECK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83680" y="2660904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95160" y="2660904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452360" y="2715768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21040" y="266090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Drive mode verify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692640" y="1097280"/>
            <a:ext cx="4480560" cy="301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9692640" y="1097280"/>
            <a:ext cx="448056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829800" y="11247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DDDDD"/>
                </a:solidFill>
              </a:rPr>
              <a:t>PHASE 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29800" y="1298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SPEED &amp; CRUISE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161520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DDDDD"/>
                </a:solidFill>
              </a:rPr>
              <a:t>46-101s  |  55s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84080" y="169164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#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12680" y="16916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STEP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47120" y="16916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TIME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658600" y="1691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km/h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15800" y="16916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SYSTEM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984480" y="16916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NOTE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84080" y="1874520"/>
            <a:ext cx="4297680" cy="8890"/>
          </a:xfrm>
          <a:prstGeom prst="rect">
            <a:avLst/>
          </a:prstGeom>
          <a:solidFill>
            <a:srgbClr val="33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784080" y="1920240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8C00"/>
                </a:solidFill>
              </a:rPr>
              <a:t>13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12680" y="19202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SPEED UP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247120" y="1920240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10s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658600" y="192024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40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2115800" y="1975104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2426696" y="1975104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984480" y="192024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Accelerate to 40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84080" y="2167128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8C00"/>
                </a:solidFill>
              </a:rPr>
              <a:t>14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12680" y="21671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SMT TEST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247120" y="2167128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5s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658600" y="2167128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40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2115800" y="2221992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2426696" y="2221992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2737592" y="2221992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984480" y="21671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Speedometer check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784080" y="2414016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8C00"/>
                </a:solidFill>
              </a:rPr>
              <a:t>15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012680" y="24140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CRUISE UP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247120" y="2414016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10s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658600" y="2414016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80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2115800" y="246888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2426696" y="246888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984480" y="241401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Accelerate to 80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84080" y="2660904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8C00"/>
                </a:solidFill>
              </a:rP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12680" y="26609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CRUISE CHECK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247120" y="2660904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20s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658600" y="2660904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80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2115800" y="2715768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2426696" y="2715768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2737592" y="2715768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984480" y="266090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Cruise control test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84080" y="2907792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8C00"/>
                </a:solidFill>
              </a:rPr>
              <a:t>17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012680" y="29077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MAX SPEED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247120" y="2907792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10s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658600" y="2907792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100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2115800" y="2962656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2426696" y="2962656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984480" y="290779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Max speed test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4297680"/>
            <a:ext cx="4480560" cy="301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365760" y="4297680"/>
            <a:ext cx="4480560" cy="502920"/>
          </a:xfrm>
          <a:prstGeom prst="round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502920" y="43251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DDDDD"/>
                </a:solidFill>
              </a:rPr>
              <a:t>PHASE 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02920" y="44988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BRAKE &amp; ABS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834640" y="44622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DDDDD"/>
                </a:solidFill>
              </a:rPr>
              <a:t>101-126s  |  25s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7200" y="489204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#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85800" y="48920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STEP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20240" y="48920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TIME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331720" y="48920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km/h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7889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SYSTEM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657600" y="4892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NOTE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7200" y="5074920"/>
            <a:ext cx="4297680" cy="8890"/>
          </a:xfrm>
          <a:prstGeom prst="rect">
            <a:avLst/>
          </a:prstGeom>
          <a:solidFill>
            <a:srgbClr val="33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57200" y="5120640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355E"/>
                </a:solidFill>
              </a:rPr>
              <a:t>18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85800" y="51206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ENGINE BRAKE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920240" y="5120640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10s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331720" y="512064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90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788920" y="5175504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099816" y="5175504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657600" y="512064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Engine braking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7200" y="5367528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355E"/>
                </a:solidFill>
              </a:rPr>
              <a:t>19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85800" y="53675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DRAG TEST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920240" y="5367528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331720" y="5367528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80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788920" y="5422392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099816" y="5422392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657600" y="53675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Rolling resistance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57200" y="5614416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355E"/>
                </a:solidFill>
              </a:rPr>
              <a:t>20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85800" y="56144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BRAKE TEST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920240" y="5614416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331720" y="5614416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60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788920" y="566928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3099816" y="5669280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657600" y="561441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Base brake force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57200" y="5861304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355E"/>
                </a:solidFill>
              </a:rPr>
              <a:t>21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85800" y="58613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DYNAMIC READY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920240" y="5861304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2s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331720" y="5861304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55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2788920" y="5916168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3099816" y="5916168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657600" y="586130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Pedal release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7200" y="6108192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355E"/>
                </a:solidFill>
              </a:rPr>
              <a:t>22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85800" y="61081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DYNAMIC TEST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920240" y="6108192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4s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331720" y="6108192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10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788920" y="6163056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099816" y="6163056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3410712" y="6163056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0" y="610819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ABS reduction/recovery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57200" y="6355080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355E"/>
                </a:solidFill>
              </a:rPr>
              <a:t>23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85800" y="635508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[N] STOP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20240" y="6355080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331720" y="635508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2788920" y="6409944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657600" y="635508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Neutral stop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5029200" y="4297680"/>
            <a:ext cx="4480560" cy="301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ounded Rectangle 209"/>
          <p:cNvSpPr/>
          <p:nvPr/>
        </p:nvSpPr>
        <p:spPr>
          <a:xfrm>
            <a:off x="5029200" y="4297680"/>
            <a:ext cx="4480560" cy="50292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5166360" y="43251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DDDDD"/>
                </a:solidFill>
              </a:rPr>
              <a:t>PHASE 5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166360" y="44988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REVERSE &amp; PARKING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498080" y="44622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DDDDD"/>
                </a:solidFill>
              </a:rPr>
              <a:t>126-149s  |  23s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20640" y="489204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#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349240" y="48920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STEP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583680" y="48920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TIME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995160" y="48920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km/h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45236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SYSTEM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321040" y="4892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NOTE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5120640" y="5074920"/>
            <a:ext cx="4297680" cy="8890"/>
          </a:xfrm>
          <a:prstGeom prst="rect">
            <a:avLst/>
          </a:prstGeom>
          <a:solidFill>
            <a:srgbClr val="33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5120640" y="5120640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5CFF"/>
                </a:solidFill>
              </a:rPr>
              <a:t>24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349240" y="51206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REVERSE [R]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583680" y="5120640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995160" y="512064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7452360" y="5175504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321040" y="512064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Shift to reverse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120640" y="5367528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5CFF"/>
                </a:solidFill>
              </a:rPr>
              <a:t>25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349240" y="53675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[R] 5KPH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583680" y="5367528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5s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995160" y="5367528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00"/>
                </a:solidFill>
              </a:rPr>
              <a:t>5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7452360" y="5422392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7763256" y="5422392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321040" y="53675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Reverse speed check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120640" y="5614416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5CFF"/>
                </a:solidFill>
              </a:rPr>
              <a:t>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349240" y="56144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[N] STOP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583680" y="5614416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995160" y="5614416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7452360" y="5669280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321040" y="561441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Neutral stop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120640" y="5861304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5CFF"/>
                </a:solidFill>
              </a:rPr>
              <a:t>27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349240" y="58613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PARKING READY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583680" y="5861304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5s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995160" y="5861304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7452360" y="5916168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8321040" y="586130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Parking brake pull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120640" y="6108192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5CFF"/>
                </a:solidFill>
              </a:rPr>
              <a:t>28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349240" y="61081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PARKING TEST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583680" y="6108192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995160" y="6108192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7452360" y="6163056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7763256" y="6163056"/>
            <a:ext cx="292608" cy="152400"/>
          </a:xfrm>
          <a:prstGeom prst="round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NI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321040" y="610819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Parking brake hold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9692640" y="4297680"/>
            <a:ext cx="4480560" cy="301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ounded Rectangle 253"/>
          <p:cNvSpPr/>
          <p:nvPr/>
        </p:nvSpPr>
        <p:spPr>
          <a:xfrm>
            <a:off x="9692640" y="4297680"/>
            <a:ext cx="4480560" cy="502920"/>
          </a:xfrm>
          <a:prstGeom prst="roundRect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9829800" y="43251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DDDDD"/>
                </a:solidFill>
              </a:rPr>
              <a:t>PHASE 6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829800" y="44988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2161520" y="44622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DDDDDD"/>
                </a:solidFill>
              </a:rPr>
              <a:t>149-167s  |  18s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84080" y="489204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#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012680" y="48920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STEP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1247120" y="48920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TIME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658600" y="48920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km/h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211580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SYSTEM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2984480" y="4892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99999"/>
                </a:solidFill>
              </a:rPr>
              <a:t>NOTE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9784080" y="5074920"/>
            <a:ext cx="4297680" cy="8890"/>
          </a:xfrm>
          <a:prstGeom prst="rect">
            <a:avLst/>
          </a:prstGeom>
          <a:solidFill>
            <a:srgbClr val="33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9784080" y="5120640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78899"/>
                </a:solidFill>
              </a:rPr>
              <a:t>29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0012680" y="51206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IDLE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1247120" y="5120640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658600" y="512064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12115800" y="5175504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2984480" y="512064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Idle stability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784080" y="5367528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78899"/>
                </a:solidFill>
              </a:rPr>
              <a:t>30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0012680" y="53675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DTC READ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1247120" y="5367528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4s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1658600" y="5367528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12115800" y="5422392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2984480" y="53675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Final fault check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784080" y="5614416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78899"/>
                </a:solidFill>
              </a:rPr>
              <a:t>31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0012680" y="56144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DTC CLEAR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1247120" y="5614416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1658600" y="5614416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12115800" y="5669280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2984480" y="561441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Clear fault codes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784080" y="5861304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78899"/>
                </a:solidFill>
              </a:rPr>
              <a:t>32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0012680" y="58613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ECU DISCONNECT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1247120" y="5861304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3s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1658600" y="5861304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12115800" y="5916168"/>
            <a:ext cx="292608" cy="152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ECU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2984480" y="586130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Close session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9784080" y="6108192"/>
            <a:ext cx="228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78899"/>
                </a:solidFill>
              </a:rPr>
              <a:t>33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0012680" y="61081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1247120" y="6108192"/>
            <a:ext cx="411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5s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1658600" y="6108192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-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12115800" y="6163056"/>
            <a:ext cx="292608" cy="1524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2984480" y="610819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Test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767</Words>
  <Application>Microsoft Office PowerPoint</Application>
  <PresentationFormat>사용자 지정</PresentationFormat>
  <Paragraphs>500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win11</cp:lastModifiedBy>
  <cp:revision>2</cp:revision>
  <dcterms:created xsi:type="dcterms:W3CDTF">2013-01-27T09:14:16Z</dcterms:created>
  <dcterms:modified xsi:type="dcterms:W3CDTF">2026-08-15T11:38:28Z</dcterms:modified>
  <cp:category/>
</cp:coreProperties>
</file>